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002B"/>
    <a:srgbClr val="F8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C2006-8FBD-21FE-2705-54E88B710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A0B2D-078B-D890-1049-D907E5B7F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9AFE2-2A1E-C337-9417-64D71C32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7F883-2EB5-24CB-BCB2-7C71229C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63CC7-9EEB-6698-8433-5F8B532E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6520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41EE-5554-A354-9D73-C6E66E539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CA9E-73CB-DAD3-24AC-BFF7B0886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705A-82C1-5FE5-68CD-150297FF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0B4A3-29AA-676E-2814-EF0A356B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C6302-8067-6DBE-1D87-4856B63C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444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911A-A765-9653-FFD2-2563E1BF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46C24-A0F0-A713-7EF0-09ED24AD0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07602-9C61-313E-8B46-B1E90815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D1DF9-11C3-215E-905D-05604CE5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0A39F-0479-5E90-9983-935B78BF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575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37DD-E086-609A-0520-2D464F98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1B30-62D6-1A44-490A-8E60A78F5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979FD-D534-D8F1-B72B-5C35DFEFE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D1C4-FA92-CA4A-CC86-8270D3AB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E2337-D7F4-7504-B19D-88CA9636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A4C9C-E126-0A18-8A63-C6F417EB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438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8CB6-390B-38BA-7349-9025D1B0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77384-F9FB-98E8-5398-C5F4729C0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C46AC-C46A-2632-A7DB-ECFA3A90C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EBC1D-A788-EA90-AA1C-10D3B9486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83907-29CF-5FB3-DBF1-211D8D82C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37E98-A8A1-65B4-D2F1-A77D4CA1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BC760-0677-4D3F-71E6-FB41D674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6AABE4-C99B-76A3-0D47-C64CFD60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979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1BC0-3A24-067C-012B-978DCB0F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79AE2-A60F-F70D-3D47-272CB5D8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AF4AD-86CB-5DB7-A659-8DA16710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6B6DC-FD9C-5723-FA9B-A24C49BE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8371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A9E77-6E46-B9AB-D263-0A033B4A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AB070-278B-2EFA-802B-C4DC7C85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FBA87-0B30-7AAB-349C-021DDC72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911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FF75-E52D-1118-BDE5-6EFA7747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77232-A782-B9CD-2A32-108FA399D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5A2EE-EF7B-469D-AC28-FB9E5961C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7F975-44A8-CA59-A0B2-EE522CC2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13659-05E5-80C7-6B85-0629E29C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74CD9-A2FF-BD50-E93F-2B00DBD5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2074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7118-6A4F-E3F3-4AEF-91D8827F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8F210-4557-2470-4539-917DB7630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5AD00-9693-5EF0-EB67-166B976F7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12893-CE8E-C94F-1ECF-DE8A9B21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28A5C-A6C2-8990-2927-56698859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3E488-6564-DA0D-27E5-FE9DBA6C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596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B171-5311-D94E-C099-AC686CA8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72DB9-C769-4178-8A47-3D327FBDE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59CBD-D660-FC83-1AFE-11225F36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5A67F-1CDC-6C16-CD2A-5FF1FE21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1EEB9-8943-6C45-87EA-EDEF45D4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727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6F820-1E7C-040C-07DF-00179D7E0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39AF9-0612-469A-525B-9D744DEF9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6D3E7-A3CD-9260-C941-73C0A9B5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516A5-B89E-CDCF-205D-F5A98F55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C751C-CEAA-7BC8-FDD9-E3F27210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41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31423-982F-3E87-0134-362CE8E7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78364-C54F-B522-BE89-1DCC40628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93A36-E8D2-70B3-9479-9A048447B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72411-DE22-488A-B962-2956825EAB1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BCED9-AB05-7B77-1765-C3ECA6E29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7DC50-589B-074D-C15B-457AC8926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B0F4B-B664-4664-833B-FDE86B397F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367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D3B17B-E921-5AB1-D6B1-7F56D3AF74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637974-CAD5-7D1E-DF90-A3A541718D72}"/>
              </a:ext>
            </a:extLst>
          </p:cNvPr>
          <p:cNvSpPr/>
          <p:nvPr/>
        </p:nvSpPr>
        <p:spPr>
          <a:xfrm>
            <a:off x="0" y="0"/>
            <a:ext cx="1907458" cy="6858000"/>
          </a:xfrm>
          <a:prstGeom prst="rect">
            <a:avLst/>
          </a:prstGeom>
          <a:solidFill>
            <a:srgbClr val="1000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B5BDF-F71F-C9D6-D1E1-994EEBA22746}"/>
              </a:ext>
            </a:extLst>
          </p:cNvPr>
          <p:cNvSpPr/>
          <p:nvPr/>
        </p:nvSpPr>
        <p:spPr>
          <a:xfrm>
            <a:off x="2526890" y="0"/>
            <a:ext cx="8780207" cy="589935"/>
          </a:xfrm>
          <a:prstGeom prst="rect">
            <a:avLst/>
          </a:prstGeom>
          <a:solidFill>
            <a:srgbClr val="1000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7EBBB7-2205-452F-90E7-1AF432D35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240" y="3219098"/>
            <a:ext cx="12192000" cy="4175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C98C7E-9469-4ED3-2CC1-5FD745DD2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1" y="0"/>
            <a:ext cx="1719788" cy="17197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128BDC8-E1CA-757C-87E3-E27C211E18BD}"/>
              </a:ext>
            </a:extLst>
          </p:cNvPr>
          <p:cNvSpPr/>
          <p:nvPr/>
        </p:nvSpPr>
        <p:spPr>
          <a:xfrm>
            <a:off x="1984029" y="688257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90F1C3-FD0E-DDA8-5D52-6A16BACD0E6F}"/>
              </a:ext>
            </a:extLst>
          </p:cNvPr>
          <p:cNvSpPr/>
          <p:nvPr/>
        </p:nvSpPr>
        <p:spPr>
          <a:xfrm>
            <a:off x="4018077" y="688257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2888E9-F416-3DD7-8965-2AA97268AC0B}"/>
              </a:ext>
            </a:extLst>
          </p:cNvPr>
          <p:cNvSpPr/>
          <p:nvPr/>
        </p:nvSpPr>
        <p:spPr>
          <a:xfrm>
            <a:off x="6052125" y="688257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C3A335-CF57-78BA-ADDE-C9441D4F80C8}"/>
              </a:ext>
            </a:extLst>
          </p:cNvPr>
          <p:cNvSpPr/>
          <p:nvPr/>
        </p:nvSpPr>
        <p:spPr>
          <a:xfrm>
            <a:off x="8086173" y="688257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12F952-C2F0-1AF5-60F2-F3100A37C6F1}"/>
              </a:ext>
            </a:extLst>
          </p:cNvPr>
          <p:cNvSpPr/>
          <p:nvPr/>
        </p:nvSpPr>
        <p:spPr>
          <a:xfrm>
            <a:off x="10120222" y="688257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854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B423E-0AFF-2A36-91AC-FE0D4879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17552-DB91-4F4B-B214-F56E1A6354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7D9759-C2A8-935F-D27B-B7DA5BF67280}"/>
              </a:ext>
            </a:extLst>
          </p:cNvPr>
          <p:cNvSpPr/>
          <p:nvPr/>
        </p:nvSpPr>
        <p:spPr>
          <a:xfrm>
            <a:off x="0" y="0"/>
            <a:ext cx="1907458" cy="6858000"/>
          </a:xfrm>
          <a:prstGeom prst="rect">
            <a:avLst/>
          </a:prstGeom>
          <a:solidFill>
            <a:srgbClr val="1000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C0D4F-62F5-8114-7126-6EF6CA2E0FF1}"/>
              </a:ext>
            </a:extLst>
          </p:cNvPr>
          <p:cNvSpPr/>
          <p:nvPr/>
        </p:nvSpPr>
        <p:spPr>
          <a:xfrm>
            <a:off x="1919630" y="0"/>
            <a:ext cx="10272370" cy="825910"/>
          </a:xfrm>
          <a:prstGeom prst="rect">
            <a:avLst/>
          </a:prstGeom>
          <a:solidFill>
            <a:srgbClr val="1000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19C58F-BE39-129A-A3D5-77C0DDF9F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1" y="0"/>
            <a:ext cx="1719788" cy="17197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F14E22-DD1A-285C-270C-7EB85BF4E831}"/>
              </a:ext>
            </a:extLst>
          </p:cNvPr>
          <p:cNvSpPr/>
          <p:nvPr/>
        </p:nvSpPr>
        <p:spPr>
          <a:xfrm>
            <a:off x="2017211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4C66B5-A0A0-5595-E7DB-396B8BF10E3D}"/>
              </a:ext>
            </a:extLst>
          </p:cNvPr>
          <p:cNvSpPr/>
          <p:nvPr/>
        </p:nvSpPr>
        <p:spPr>
          <a:xfrm>
            <a:off x="4051259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D1C75F-3D56-17A0-6631-B6ED2C38B583}"/>
              </a:ext>
            </a:extLst>
          </p:cNvPr>
          <p:cNvSpPr/>
          <p:nvPr/>
        </p:nvSpPr>
        <p:spPr>
          <a:xfrm>
            <a:off x="6085307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7E2863-4B06-8AB9-525D-D1AEAE6700BA}"/>
              </a:ext>
            </a:extLst>
          </p:cNvPr>
          <p:cNvSpPr/>
          <p:nvPr/>
        </p:nvSpPr>
        <p:spPr>
          <a:xfrm>
            <a:off x="8119355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991FBF-B73D-EA1E-8A09-84A8CDBB84CB}"/>
              </a:ext>
            </a:extLst>
          </p:cNvPr>
          <p:cNvSpPr/>
          <p:nvPr/>
        </p:nvSpPr>
        <p:spPr>
          <a:xfrm>
            <a:off x="10153404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46BBD6-CF47-BEFE-C336-905C819F40B6}"/>
              </a:ext>
            </a:extLst>
          </p:cNvPr>
          <p:cNvSpPr txBox="1"/>
          <p:nvPr/>
        </p:nvSpPr>
        <p:spPr>
          <a:xfrm>
            <a:off x="1907458" y="0"/>
            <a:ext cx="5506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Healthcare Analytics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EEF86-A5D3-4FF8-73A2-42A56EDE5849}"/>
              </a:ext>
            </a:extLst>
          </p:cNvPr>
          <p:cNvSpPr txBox="1"/>
          <p:nvPr/>
        </p:nvSpPr>
        <p:spPr>
          <a:xfrm>
            <a:off x="1919630" y="366129"/>
            <a:ext cx="585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Monitoring patient admissions, billing, and clinical insights.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1686A5-9B0A-6A9E-CC52-D474EDDB0E9E}"/>
              </a:ext>
            </a:extLst>
          </p:cNvPr>
          <p:cNvSpPr/>
          <p:nvPr/>
        </p:nvSpPr>
        <p:spPr>
          <a:xfrm>
            <a:off x="2017211" y="2037511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158688-6AF5-76A4-98B9-E59DBEC2DD7E}"/>
              </a:ext>
            </a:extLst>
          </p:cNvPr>
          <p:cNvSpPr/>
          <p:nvPr/>
        </p:nvSpPr>
        <p:spPr>
          <a:xfrm>
            <a:off x="2017211" y="5229868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748F48-A1FA-064E-B177-BC55D81AD7D9}"/>
              </a:ext>
            </a:extLst>
          </p:cNvPr>
          <p:cNvSpPr/>
          <p:nvPr/>
        </p:nvSpPr>
        <p:spPr>
          <a:xfrm>
            <a:off x="2017211" y="3101630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D87D1-107E-39CE-0445-A0EC1BC1F805}"/>
              </a:ext>
            </a:extLst>
          </p:cNvPr>
          <p:cNvSpPr/>
          <p:nvPr/>
        </p:nvSpPr>
        <p:spPr>
          <a:xfrm>
            <a:off x="2017211" y="4165749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6622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922B-2AD9-F28E-9B20-7E3B835A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FBE03F-3A5C-D024-B265-84AE01569A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B7ADE9-DA6A-E9EC-1D84-88BACEC2A596}"/>
              </a:ext>
            </a:extLst>
          </p:cNvPr>
          <p:cNvSpPr/>
          <p:nvPr/>
        </p:nvSpPr>
        <p:spPr>
          <a:xfrm>
            <a:off x="0" y="0"/>
            <a:ext cx="1907458" cy="6858000"/>
          </a:xfrm>
          <a:prstGeom prst="rect">
            <a:avLst/>
          </a:prstGeom>
          <a:solidFill>
            <a:srgbClr val="1000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1D198-4278-F6E5-201D-FF7054DA9543}"/>
              </a:ext>
            </a:extLst>
          </p:cNvPr>
          <p:cNvSpPr/>
          <p:nvPr/>
        </p:nvSpPr>
        <p:spPr>
          <a:xfrm>
            <a:off x="1919630" y="0"/>
            <a:ext cx="10272370" cy="825910"/>
          </a:xfrm>
          <a:prstGeom prst="rect">
            <a:avLst/>
          </a:prstGeom>
          <a:solidFill>
            <a:srgbClr val="1000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C0FA6B-6DA4-5A3F-3F43-0F4166FB7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1" y="0"/>
            <a:ext cx="1719788" cy="17197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8FCB1E0-EF1D-5F08-ABC5-86AD3A3B76A5}"/>
              </a:ext>
            </a:extLst>
          </p:cNvPr>
          <p:cNvSpPr/>
          <p:nvPr/>
        </p:nvSpPr>
        <p:spPr>
          <a:xfrm>
            <a:off x="2017211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B52F10-21DB-1582-4976-706B449B8676}"/>
              </a:ext>
            </a:extLst>
          </p:cNvPr>
          <p:cNvSpPr/>
          <p:nvPr/>
        </p:nvSpPr>
        <p:spPr>
          <a:xfrm>
            <a:off x="4051259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EA08F2-16BF-5933-DA4F-6D037B23C050}"/>
              </a:ext>
            </a:extLst>
          </p:cNvPr>
          <p:cNvSpPr/>
          <p:nvPr/>
        </p:nvSpPr>
        <p:spPr>
          <a:xfrm>
            <a:off x="6085307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238DC6-578B-4B62-5B31-D977E37AC7A7}"/>
              </a:ext>
            </a:extLst>
          </p:cNvPr>
          <p:cNvSpPr/>
          <p:nvPr/>
        </p:nvSpPr>
        <p:spPr>
          <a:xfrm>
            <a:off x="8119355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504EA4-5435-827F-08D9-905FD56C42F7}"/>
              </a:ext>
            </a:extLst>
          </p:cNvPr>
          <p:cNvSpPr/>
          <p:nvPr/>
        </p:nvSpPr>
        <p:spPr>
          <a:xfrm>
            <a:off x="10153404" y="973392"/>
            <a:ext cx="1907458" cy="983226"/>
          </a:xfrm>
          <a:prstGeom prst="rect">
            <a:avLst/>
          </a:prstGeom>
          <a:solidFill>
            <a:srgbClr val="10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D3015-CD6F-BAAA-5BF5-A3D3AC400584}"/>
              </a:ext>
            </a:extLst>
          </p:cNvPr>
          <p:cNvSpPr txBox="1"/>
          <p:nvPr/>
        </p:nvSpPr>
        <p:spPr>
          <a:xfrm>
            <a:off x="1907458" y="0"/>
            <a:ext cx="5506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Healthcare Analytics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73A4A-1929-497F-242E-4E6294FB07B6}"/>
              </a:ext>
            </a:extLst>
          </p:cNvPr>
          <p:cNvSpPr txBox="1"/>
          <p:nvPr/>
        </p:nvSpPr>
        <p:spPr>
          <a:xfrm>
            <a:off x="1919630" y="366129"/>
            <a:ext cx="585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Monitoring patient admissions, billing, and clinical insights.</a:t>
            </a:r>
          </a:p>
        </p:txBody>
      </p:sp>
    </p:spTree>
    <p:extLst>
      <p:ext uri="{BB962C8B-B14F-4D97-AF65-F5344CB8AC3E}">
        <p14:creationId xmlns:p14="http://schemas.microsoft.com/office/powerpoint/2010/main" val="309871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Maaz</dc:creator>
  <cp:lastModifiedBy>Maaz</cp:lastModifiedBy>
  <cp:revision>2</cp:revision>
  <dcterms:created xsi:type="dcterms:W3CDTF">2026-07-03T17:41:42Z</dcterms:created>
  <dcterms:modified xsi:type="dcterms:W3CDTF">2026-07-04T10:13:04Z</dcterms:modified>
</cp:coreProperties>
</file>